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557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68680"/>
            <a:ext cx="48463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</a:rPr>
              <a:t>GitHub Governance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</a:rPr>
              <a:t>Intelligence Platform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21792" y="239572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</a:rPr>
              <a:t>Turning GitHub Enterprise audit logs into governance visibility, audit readiness, and self-service investigation.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21792" y="33649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Manager / Product Owner Discussion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3858768"/>
            <a:ext cx="35661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pic>
        <p:nvPicPr>
          <p:cNvPr id="6" name="Image 0" descr="/mnt/data/governance_overview_dashboard_in_dark_theme.png"/>
          <p:cNvPicPr>
            <a:picLocks noChangeAspect="1"/>
          </p:cNvPicPr>
          <p:nvPr/>
        </p:nvPicPr>
        <p:blipFill>
          <a:blip r:embed="rId3"/>
          <a:srcRect l="17531" r="17531"/>
          <a:stretch/>
        </p:blipFill>
        <p:spPr>
          <a:xfrm>
            <a:off x="5669280" y="502920"/>
            <a:ext cx="6172200" cy="5349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502920"/>
            <a:ext cx="6172200" cy="5349240"/>
          </a:xfrm>
          <a:prstGeom prst="roundRect">
            <a:avLst>
              <a:gd name="adj" fmla="val 1709"/>
            </a:avLst>
          </a:prstGeom>
          <a:solidFill>
            <a:srgbClr val="000000">
              <a:alpha val="0"/>
            </a:srgbClr>
          </a:solidFill>
          <a:ln w="15240">
            <a:solidFill>
              <a:srgbClr val="223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Governance Intelligence Platform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56848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1480" y="6382512"/>
            <a:ext cx="11384280" cy="0"/>
          </a:xfrm>
          <a:prstGeom prst="line">
            <a:avLst/>
          </a:prstGeom>
          <a:noFill/>
          <a:ln w="6350">
            <a:solidFill>
              <a:srgbClr val="2233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Audit logs are stored — now make them actionable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Move from passive retention to a product capability for platform, compliance, and product stakeholders.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801368"/>
            <a:ext cx="73152" cy="32095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929384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Current state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249424"/>
            <a:ext cx="296265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GitHub audit logs already land in GCS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Chronicle path handles security detections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Product/platform teams still need self-service visibility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Manual investigation and reporting remain time-consuming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3128" y="1801368"/>
            <a:ext cx="73152" cy="32095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929384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Target state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99432" y="2249424"/>
            <a:ext cx="296265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Independent read-only governance processor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Clean normalized audit-event data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Dashboards for governance and pipeline health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Repeatable compliance evidence reports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1783080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93608" y="1801368"/>
            <a:ext cx="73152" cy="32095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92938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Business value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39912" y="2249424"/>
            <a:ext cx="273405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Faster “who changed what?” answers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Better audit readiness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Reduced ad-hoc queries to platform/security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Clear product value from existing data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Governance Intelligence Platform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356848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6382512"/>
            <a:ext cx="11384280" cy="0"/>
          </a:xfrm>
          <a:prstGeom prst="line">
            <a:avLst/>
          </a:prstGeom>
          <a:noFill/>
          <a:ln w="6350">
            <a:solidFill>
              <a:srgbClr val="2233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SCOPE DEFINITION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How the scope is defined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A narrow, useful MVP that avoids overlap with existing Chronicle/SecOps ownership.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474720" cy="3703320"/>
          </a:xfrm>
          <a:prstGeom prst="roundRect">
            <a:avLst>
              <a:gd name="adj" fmla="val 2105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18488"/>
            <a:ext cx="73152" cy="3666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4650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1. Ownership boundary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066544"/>
            <a:ext cx="3145536" cy="3136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Chronicle remains the owner for broker-bypass detection, SIEM correlation, security alerts, incident response, and SOC workflows.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This platform owns governance visibility, data quality, reports, and review context.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74720" cy="3703320"/>
          </a:xfrm>
          <a:prstGeom prst="roundRect">
            <a:avLst>
              <a:gd name="adj" fmla="val 2105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618488"/>
            <a:ext cx="73152" cy="36667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74650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2. Data boundary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53712" y="2066544"/>
            <a:ext cx="3145536" cy="3136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The first version uses audit logs already stored in the existing GCS bucket. No new source system and no change to the Chronicle forwarding path.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474720" cy="3703320"/>
          </a:xfrm>
          <a:prstGeom prst="roundRect">
            <a:avLst>
              <a:gd name="adj" fmla="val 2105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618488"/>
            <a:ext cx="73152" cy="3666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4650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3. MVP value boundary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02752" y="2066544"/>
            <a:ext cx="3145536" cy="3136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Start with high-value governance questions: access changes, external collaborators, repo visibility, branch protection, and pipeline health.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55778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Non-goals for MVP: security alert replacement, broad anomaly detection, free-form AI over raw logs, write/remediation actions.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Governance Intelligence Platform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56848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6382512"/>
            <a:ext cx="11384280" cy="0"/>
          </a:xfrm>
          <a:prstGeom prst="line">
            <a:avLst/>
          </a:prstGeom>
          <a:noFill/>
          <a:ln w="6350">
            <a:solidFill>
              <a:srgbClr val="22334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STAKEHOLDER VALUE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Who benefits, and what they get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A shared governance product rather than a one-off analytics dashboard.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45920"/>
            <a:ext cx="73152" cy="1472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7393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Product Owner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093976"/>
            <a:ext cx="30998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Roadmapable product capability: governance dashboards, reports, and future AI assistant.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2763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645920"/>
            <a:ext cx="73152" cy="147218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77393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Manager / Platform Lead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53712" y="2093976"/>
            <a:ext cx="30998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Visible platform maturity: data quality, self-service investigation, reduced manual queries.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62763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645920"/>
            <a:ext cx="73152" cy="1472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7393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Compliance / Audit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02752" y="2093976"/>
            <a:ext cx="30998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Repeatable evidence reports for access, visibility, branch protection, and stream health.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59359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611880"/>
            <a:ext cx="73152" cy="1472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73989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Security / Chronicle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4672" y="4059936"/>
            <a:ext cx="30998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Clear context and links without duplicating security detections or SOC workflows.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359359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7408" y="3611880"/>
            <a:ext cx="73152" cy="1472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373989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Org / Repo Owners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53712" y="4059936"/>
            <a:ext cx="30998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Repo drilldowns and timelines showing what changed, who changed it, and why review is needed.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359359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56448" y="3611880"/>
            <a:ext cx="73152" cy="1472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373989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Engineering Teams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02752" y="4059936"/>
            <a:ext cx="30998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Less back-and-forth; faster answers from approved self-service views.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Governance Intelligence Platform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356848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6382512"/>
            <a:ext cx="11384280" cy="0"/>
          </a:xfrm>
          <a:prstGeom prst="line">
            <a:avLst/>
          </a:prstGeom>
          <a:noFill/>
          <a:ln w="6350">
            <a:solidFill>
              <a:srgbClr val="22334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DATA FOUNDATION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The event data already has the signals we need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The MVP can start from fields already available in GitHub audit-log events.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618488"/>
            <a:ext cx="73152" cy="18836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46504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Identity &amp; actor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066544"/>
            <a:ext cx="232257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@timestamp, _document_id, actor, actor_id, user, user_id, external_id, external_identity_username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16002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1618488"/>
            <a:ext cx="73152" cy="18836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746504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Location &amp; request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30752" y="2066544"/>
            <a:ext cx="232257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actor_ip, action_location, country_code, request_id, user_agent, transport_protocol_name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37960" y="16002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56248" y="1618488"/>
            <a:ext cx="73152" cy="18836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746504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Org &amp; repo context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02552" y="2066544"/>
            <a:ext cx="232257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business, business_id, org, org_id, repo, repository, repository_id, repository_public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09760" y="160020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1618488"/>
            <a:ext cx="73152" cy="18836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74352" y="17465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Access signals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674352" y="2066544"/>
            <a:ext cx="177393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programmatic_access_type, hashed_token, token_id, request_access_security_header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38862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" y="3904488"/>
            <a:ext cx="73152" cy="13350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032504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What we derive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8952" y="4352544"/>
            <a:ext cx="323697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Normalized timeline, dedupe key, event category, actor/repo/org drilldowns, pipeline health.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4840" y="38862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53128" y="3904488"/>
            <a:ext cx="73152" cy="13350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4032504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What we classify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99432" y="4352544"/>
            <a:ext cx="323697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Privileged access, external collaborators, repo visibility, branch protection, audit-stream health.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75320" y="3886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3904488"/>
            <a:ext cx="73152" cy="133502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9912" y="403250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What we report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439912" y="4352544"/>
            <a:ext cx="300837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Governance posture, evidence packs, review-needed items, top risky repos/users.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Governance Intelligence Platform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56848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6382512"/>
            <a:ext cx="11384280" cy="0"/>
          </a:xfrm>
          <a:prstGeom prst="line">
            <a:avLst/>
          </a:prstGeom>
          <a:noFill/>
          <a:ln w="6350">
            <a:solidFill>
              <a:srgbClr val="22334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CAPABILITY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Four phases: from trusted data to AI-assisted investigation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Build value incrementally; AI comes after the data foundation and dashboards are trusted.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709928"/>
            <a:ext cx="73152" cy="316382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379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Phase 1 — Audit log pipeline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0392" y="2157984"/>
            <a:ext cx="218541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Read GCS files, parse, dedupe, normalize, store in BigQuery, track pipeline health.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169164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8728" y="1709928"/>
            <a:ext cx="73152" cy="31638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8379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Phase 2 — Governance classification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85032" y="2157984"/>
            <a:ext cx="218541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Rules for access changes, repo visibility, branch protection, collaborators, stream health.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1709928"/>
            <a:ext cx="73152" cy="31638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8379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Phase 3 — Dashboards &amp; reports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19672" y="2157984"/>
            <a:ext cx="218541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Grafana dashboards for overview, pipeline health, repo drilldown, and evidence reports.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89720" y="169164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08008" y="1709928"/>
            <a:ext cx="73152" cy="31638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54312" y="18379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Phase 4 — AI assistant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354312" y="2157984"/>
            <a:ext cx="218541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Read-only investigation summaries with event IDs and approved tools only.</a:t>
            </a:r>
            <a:endParaRPr lang="en-US" sz="1150" dirty="0"/>
          </a:p>
        </p:txBody>
      </p:sp>
      <p:pic>
        <p:nvPicPr>
          <p:cNvPr id="21" name="Image 0" descr="/mnt/data/a_clean_dark_themed_ui_dashboard_collage_mockup.png"/>
          <p:cNvPicPr>
            <a:picLocks noChangeAspect="1"/>
          </p:cNvPicPr>
          <p:nvPr/>
        </p:nvPicPr>
        <p:blipFill>
          <a:blip r:embed="rId3"/>
          <a:srcRect t="38908" b="38908"/>
          <a:stretch/>
        </p:blipFill>
        <p:spPr>
          <a:xfrm>
            <a:off x="2788920" y="5166360"/>
            <a:ext cx="6492240" cy="9601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Governance Intelligence Platform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356848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06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1480" y="6382512"/>
            <a:ext cx="11384280" cy="0"/>
          </a:xfrm>
          <a:prstGeom prst="line">
            <a:avLst/>
          </a:prstGeom>
          <a:noFill/>
          <a:ln w="6350">
            <a:solidFill>
              <a:srgbClr val="22334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DASHBOARD CONCEPT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What managers and product owners will see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Start with two high-value dashboards; expand into repo/user drilldowns and reports later.</a:t>
            </a:r>
            <a:endParaRPr lang="en-US" sz="1550" dirty="0"/>
          </a:p>
        </p:txBody>
      </p:sp>
      <p:pic>
        <p:nvPicPr>
          <p:cNvPr id="5" name="Image 0" descr="/mnt/data/governance_overview_dashboard_in_dark_theme.png"/>
          <p:cNvPicPr>
            <a:picLocks noChangeAspect="1"/>
          </p:cNvPicPr>
          <p:nvPr/>
        </p:nvPicPr>
        <p:blipFill>
          <a:blip r:embed="rId3"/>
          <a:srcRect l="5569" r="5568"/>
          <a:stretch/>
        </p:blipFill>
        <p:spPr>
          <a:xfrm>
            <a:off x="548640" y="1508760"/>
            <a:ext cx="685800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6858000" cy="4343400"/>
          </a:xfrm>
          <a:prstGeom prst="roundRect">
            <a:avLst>
              <a:gd name="adj" fmla="val 2105"/>
            </a:avLst>
          </a:prstGeom>
          <a:solidFill>
            <a:srgbClr val="000000">
              <a:alpha val="0"/>
            </a:srgbClr>
          </a:solidFill>
          <a:ln w="15240">
            <a:solidFill>
              <a:srgbClr val="2233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26680" y="1554480"/>
            <a:ext cx="3840480" cy="1078992"/>
          </a:xfrm>
          <a:prstGeom prst="roundRect">
            <a:avLst>
              <a:gd name="adj" fmla="val 6780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44968" y="1572768"/>
            <a:ext cx="73152" cy="10424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91272" y="1700784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Dashboard 1: Pipeline Health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891272" y="2020824"/>
            <a:ext cx="35112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Last ingested file, ingestion lag, parse failures, duplicate rate, missing windows.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26680" y="2816352"/>
            <a:ext cx="3840480" cy="1078992"/>
          </a:xfrm>
          <a:prstGeom prst="roundRect">
            <a:avLst>
              <a:gd name="adj" fmla="val 6780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44968" y="2834640"/>
            <a:ext cx="73152" cy="10424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91272" y="2962656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Dashboard 2: Governance Overview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91272" y="3282696"/>
            <a:ext cx="35112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High-risk governance events, top risky repos, access changes, event trends.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26680" y="4078224"/>
            <a:ext cx="3840480" cy="1078992"/>
          </a:xfrm>
          <a:prstGeom prst="roundRect">
            <a:avLst>
              <a:gd name="adj" fmla="val 6780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44968" y="4096512"/>
            <a:ext cx="73152" cy="10424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91272" y="422452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Next: Repo / User Drilldowns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891272" y="4544568"/>
            <a:ext cx="35112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Timelines, actors, changed settings, review-needed reasons, evidence exports.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818120" y="54498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</a:rPr>
              <a:t>Mockup shown for concept only; MVP can be implemented in Grafana first.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Governance Intelligence Platform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356848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07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" y="6382512"/>
            <a:ext cx="11384280" cy="0"/>
          </a:xfrm>
          <a:prstGeom prst="line">
            <a:avLst/>
          </a:prstGeom>
          <a:noFill/>
          <a:ln w="6350">
            <a:solidFill>
              <a:srgbClr val="22334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Independent governance path, existing Chronicle path unchanged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The new processor is read-only against the existing GCS bucket and writes only to the governance dataset.</a:t>
            </a:r>
            <a:endParaRPr lang="en-US" sz="1550" dirty="0"/>
          </a:p>
        </p:txBody>
      </p:sp>
      <p:pic>
        <p:nvPicPr>
          <p:cNvPr id="5" name="Image 0" descr="/mnt/data/github_governance_architecture_slide.png"/>
          <p:cNvPicPr>
            <a:picLocks noChangeAspect="1"/>
          </p:cNvPicPr>
          <p:nvPr/>
        </p:nvPicPr>
        <p:blipFill>
          <a:blip r:embed="rId3"/>
          <a:srcRect t="16154" b="16154"/>
          <a:stretch/>
        </p:blipFill>
        <p:spPr>
          <a:xfrm>
            <a:off x="502920" y="1609344"/>
            <a:ext cx="1115568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09344"/>
            <a:ext cx="11155680" cy="4160520"/>
          </a:xfrm>
          <a:prstGeom prst="roundRect">
            <a:avLst>
              <a:gd name="adj" fmla="val 2198"/>
            </a:avLst>
          </a:prstGeom>
          <a:solidFill>
            <a:srgbClr val="000000">
              <a:alpha val="0"/>
            </a:srgbClr>
          </a:solidFill>
          <a:ln w="15240">
            <a:solidFill>
              <a:srgbClr val="223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916168"/>
            <a:ext cx="1033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CBD5E1"/>
                </a:solidFill>
              </a:rPr>
              <a:t>Key point: this does not replace Chronicle. It creates a product/governance layer for visibility and reporting.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Governance Intelligence Platform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56848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1480" y="6382512"/>
            <a:ext cx="11384280" cy="0"/>
          </a:xfrm>
          <a:prstGeom prst="line">
            <a:avLst/>
          </a:prstGeom>
          <a:noFill/>
          <a:ln w="6350">
            <a:solidFill>
              <a:srgbClr val="22334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MVP PLAN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4–6 week MVP: prove usefulness with low implementation risk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Keep the first release narrow, read-only, and manager-demo friendly.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618488"/>
            <a:ext cx="73152" cy="3575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4650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Week 1–2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Data foundation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066544"/>
            <a:ext cx="2276856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Cloud Function Gen1 reads GCS files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Parse .json.gz audit logs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Normalize fields into BigQuery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Write pipeline health records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93008" y="160020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618488"/>
            <a:ext cx="73152" cy="35753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74650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Week 3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Governance rules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2066544"/>
            <a:ext cx="2276856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Classify 5 MVP event categories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Start simple rule-based severity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Generate review-needed events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82512" y="160020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618488"/>
            <a:ext cx="73152" cy="35753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174650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Week 4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Dashboards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47104" y="2066544"/>
            <a:ext cx="2276856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Pipeline Health dashboard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Governance Overview dashboard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Basic filters: org, repo, actor, action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81160" y="1600200"/>
            <a:ext cx="2331720" cy="3611880"/>
          </a:xfrm>
          <a:prstGeom prst="roundRect">
            <a:avLst>
              <a:gd name="adj" fmla="val 3137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99448" y="1618488"/>
            <a:ext cx="73152" cy="3575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45752" y="1746504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Week 5–6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Reports + pilot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445752" y="2066544"/>
            <a:ext cx="2002536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Weekly evidence report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Pilot with platform/PO/security contact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Gather feedback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Governance Intelligence Platform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56848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6382512"/>
            <a:ext cx="11384280" cy="0"/>
          </a:xfrm>
          <a:prstGeom prst="line">
            <a:avLst/>
          </a:prstGeom>
          <a:noFill/>
          <a:ln w="6350">
            <a:solidFill>
              <a:srgbClr val="22334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SUCCESS MEASURES &amp; ASK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</a:rPr>
              <a:t>What success looks like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A measurable product capability that builds on existing audit-log work.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618488"/>
            <a:ext cx="73152" cy="31638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4650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Success metrics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0392" y="2066544"/>
            <a:ext cx="309981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% files processed successfully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Ingestion freshness / lag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Manual audit query time reduced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# self-service investigations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# automated evidence reports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Stakeholder adoption/feedback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6002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618488"/>
            <a:ext cx="73152" cy="316382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74650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Immediate decisions needed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5152" y="2066544"/>
            <a:ext cx="309981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Confirm MVP event categories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Confirm first dashboard consumers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Confirm BigQuery/Grafana access path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Confirm Chronicle boundary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• Confirm pilot org/repo scope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101B2D"/>
          </a:solidFill>
          <a:ln w="12700">
            <a:solidFill>
              <a:srgbClr val="223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93608" y="1618488"/>
            <a:ext cx="73152" cy="31638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74650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Proposed ask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39912" y="2066544"/>
            <a:ext cx="291693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Approve Milestone 1 implementation: independent Cloud Function Gen1 processor + BigQuery pipeline health + normalized audit-event table. No AI or alerting in the first release.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Recommended first demo: Pipeline Health + Governance Overview using a small real-data window.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Governance Intelligence Platform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56848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6382512"/>
            <a:ext cx="11384280" cy="0"/>
          </a:xfrm>
          <a:prstGeom prst="line">
            <a:avLst/>
          </a:prstGeom>
          <a:noFill/>
          <a:ln w="6350">
            <a:solidFill>
              <a:srgbClr val="22334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Microsoft Office PowerPoint</Application>
  <PresentationFormat>Widescreen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Internal Proposal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Governance Intelligence Platform</dc:title>
  <dc:subject>GitHub Governance Intelligence Platform</dc:subject>
  <dc:creator>Ayush Baranwal</dc:creator>
  <cp:lastModifiedBy>Ayush Baranwal</cp:lastModifiedBy>
  <cp:revision>2</cp:revision>
  <dcterms:created xsi:type="dcterms:W3CDTF">2026-06-16T15:37:42Z</dcterms:created>
  <dcterms:modified xsi:type="dcterms:W3CDTF">2026-06-16T15:49:54Z</dcterms:modified>
</cp:coreProperties>
</file>